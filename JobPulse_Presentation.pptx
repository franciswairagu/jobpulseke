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371600"/>
            <a:ext cx="8229600" cy="8229600"/>
          </a:xfrm>
          <a:prstGeom prst="ellipse">
            <a:avLst/>
          </a:prstGeom>
          <a:solidFill>
            <a:srgbClr val="0D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D2FF"/>
                </a:solidFill>
                <a:latin typeface="Calibri"/>
              </a:defRPr>
            </a:pPr>
            <a:r>
              <a:t>JobPulse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06040"/>
            <a:ext cx="36576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Helping African tech talent find the right job</a:t>
            </a:r>
            <a:br/>
            <a:r>
              <a:t>— and close the skills gap to get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Moringa School  ·  DSF-FT16 Capstone  ·  September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10,379 real job postings  ·  15+ sources  ·  10 African countries  ·  600+ skills tracked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This isn't hypothetical — it's happening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36576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Picture a computer science graduate in Nairobi.</a:t>
            </a:r>
            <a:br/>
            <a:br/>
            <a:r>
              <a:t>She's applied to forty jobs in three months. She spends an evening tailoring her CV for one role, only to find out two weeks later — after finally hearing back — that the position was filled before she even applied.</a:t>
            </a:r>
            <a:br/>
            <a:br/>
            <a:r>
              <a:t>The listing was still live. Nobody took it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And when she doesn't hear back at all, she has no idea why. Nobody tells her what stands between her and the next interview.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This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The job market is broken in ways nobody talks about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3840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9202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Dead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Job posts stay live long after the role</a:t>
            </a:r>
            <a:br/>
            <a:r>
              <a:t>is filled — wasting everyone's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651760" cy="3840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19202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Zero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Rejections come with no explanation.</a:t>
            </a:r>
            <a:br/>
            <a:r>
              <a:t>Candidates can't learn what went wrong.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2651760" cy="3840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19202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Skill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You don't know which skills the market</a:t>
            </a:r>
            <a:br/>
            <a:r>
              <a:t>actually wants right now.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645920"/>
            <a:ext cx="2651760" cy="3840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19202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Fragmented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Job info is scattered across dozens of</a:t>
            </a:r>
            <a:br/>
            <a:r>
              <a:t>sites — nobody sees the full picture.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The result? Talented people give up. Employers miss great candidates. Nobody wins.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Someone Tried Before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promising experiment that never became a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World Bank × Headai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The World Bank partnered with a Finnish AI company to crawl over 60,000 job postings from three Kenyan job boards.</a:t>
            </a:r>
            <a:br/>
            <a:br/>
            <a:r>
              <a:t>They compared what employers were asking for against what universities were teaching.</a:t>
            </a:r>
            <a:br/>
            <a:br/>
            <a:r>
              <a:t>It worked. They found a real gap between skills taught and skills demanded.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Then It Stopped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It was a two-month pilot on a fixed dataset from 2015 to 2019.</a:t>
            </a:r>
            <a:br/>
            <a:br/>
            <a:r>
              <a:t>Never repeated. Never kept current. Never turned into something people could actually use.</a:t>
            </a:r>
            <a:br/>
            <a:br/>
            <a:r>
              <a:t>The approach was validated.</a:t>
            </a:r>
            <a:br/>
            <a:r>
              <a:t>Nobody had turned it into a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17920"/>
            <a:ext cx="10698480" cy="50292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62453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✦  That's the gap JobPulse is built to close.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Introducing JobPulse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complete career companion — not just another job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JobPulse collects real job data from across Africa, analyzes it, and gives job seekers personalized tools to understand the market, improve their CVs, and find the right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651760" cy="3291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74320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Know Your</a:t>
            </a:r>
            <a:br/>
            <a: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Upload your CV and get</a:t>
            </a:r>
            <a:br/>
            <a:r>
              <a:t>a clear picture of what</a:t>
            </a:r>
            <a:br/>
            <a:r>
              <a:t>you offer — and what's</a:t>
            </a:r>
            <a:br/>
            <a:r>
              <a:t>missing.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560320"/>
            <a:ext cx="2651760" cy="3291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27432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Find the</a:t>
            </a:r>
            <a:br/>
            <a:r>
              <a:t>Right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See roles that actually</a:t>
            </a:r>
            <a:br/>
            <a:r>
              <a:t>match your skills, ranked</a:t>
            </a:r>
            <a:br/>
            <a:r>
              <a:t>by how well you fit —</a:t>
            </a:r>
            <a:br/>
            <a:r>
              <a:t>not just keywords.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60320"/>
            <a:ext cx="2651760" cy="3291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27432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Skip Dead</a:t>
            </a:r>
            <a:br/>
            <a:r>
              <a:t>Listings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We track which jobs are</a:t>
            </a:r>
            <a:br/>
            <a:r>
              <a:t>still open, filled, or</a:t>
            </a:r>
            <a:br/>
            <a:r>
              <a:t>expired — so you don't</a:t>
            </a:r>
            <a:br/>
            <a:r>
              <a:t>waste your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560320"/>
            <a:ext cx="2651760" cy="3291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27432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Get</a:t>
            </a:r>
            <a:br/>
            <a:r>
              <a:t>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Ask our AI assistant</a:t>
            </a:r>
            <a:br/>
            <a:r>
              <a:t>anything — it points you</a:t>
            </a:r>
            <a:br/>
            <a:r>
              <a:t>to courses, practice</a:t>
            </a:r>
            <a:br/>
            <a:r>
              <a:t>resources, and next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Your CV, Analyzed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Upload it — we'll tell you exactly where you 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01168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Drop your PDF,</a:t>
            </a:r>
            <a:br/>
            <a:r>
              <a:t>Word doc, or text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645920"/>
            <a:ext cx="201168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We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Our system extracts</a:t>
            </a:r>
            <a:br/>
            <a:r>
              <a:t>your skills, experience,</a:t>
            </a:r>
            <a:br/>
            <a:r>
              <a:t>education, and certs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645920"/>
            <a:ext cx="201168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Get Your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 clear 0–100 score</a:t>
            </a:r>
            <a:br/>
            <a:r>
              <a:t>showing how your CV</a:t>
            </a:r>
            <a:br/>
            <a:r>
              <a:t>stacks up to the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645920"/>
            <a:ext cx="201168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See Your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We compare you against</a:t>
            </a:r>
            <a:br/>
            <a:r>
              <a:t>what employers actually</a:t>
            </a:r>
            <a:br/>
            <a:r>
              <a:t>want right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1645920"/>
            <a:ext cx="201168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Take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Get matched to jobs</a:t>
            </a:r>
            <a:br/>
            <a:r>
              <a:t>and courses that close</a:t>
            </a:r>
            <a:br/>
            <a:r>
              <a:t>your specific gaps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1069848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What You Get 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212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Your extracted skills organized by category (programming, cloud, databases, etc.)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595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A breakdown of your score: skills, experience, education, and certifications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90702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A list of missing skills ranked by how often they appear in job postings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625449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Specific job listings where you're a strong match — and where you fall short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Smart Job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Not just keyword search — real skill-based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How We Rank Your Matches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 you have the skills they need?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This is the biggest factor — the core skills the role requires.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 you have the nice-to-haves?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Preferred skills that make you stand out from other candidates.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 you have enough experience?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Your years of experience compared to what the role asks for.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Does the location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029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Country match and whether you prefer remote, hybrid, or onsite.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737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And Then We Build You a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37744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Once we know which jobs fit you best, we look at what skills you're missing across all those matches.</a:t>
            </a:r>
            <a:br/>
            <a:br/>
            <a:r>
              <a:t>We prioritize the skills that come up most often — the ones that would open the most doors for you.</a:t>
            </a:r>
            <a:br/>
            <a:br/>
            <a:r>
              <a:t>Then we find courses, tutorials, and practice resources for each one — so you know exactly what to work on and where to go learn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 More Wasted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 track which jobs are real — so you don't apply to ghosts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Still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This job is accepting</a:t>
            </a:r>
            <a:br/>
            <a:r>
              <a:t>applications right now.</a:t>
            </a:r>
            <a:br/>
            <a:r>
              <a:t>Go for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Calibri"/>
              </a:defRPr>
            </a:pPr>
            <a:r>
              <a:t>Filled / Expired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This role is no longer</a:t>
            </a:r>
            <a:br/>
            <a:r>
              <a:t>available. Don't waste</a:t>
            </a:r>
            <a:br/>
            <a:r>
              <a:t>your evening on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We haven't checked</a:t>
            </a:r>
            <a:br/>
            <a:r>
              <a:t>this one yet. We're</a:t>
            </a:r>
            <a:br/>
            <a:r>
              <a:t>working on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06984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How We Keep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When we first find a job, we mark it as 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2180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We periodically re-check listings — if a job disappears from the site, we update the status.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70585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If a job hasn't been seen in 30 days, we flag it as likely removed.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608990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Every change is logged, so there's a clear history of what happened and when.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Your AI Career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Just ask — it knows the market and it knows your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Things You Can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"What skills do most DevOps roles in Nairobi require?"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Market intelligence — real demand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"I know Python and SQL. What jobs match me?"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Job search — matched to your actual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"What's the average salary for a data analyst in Lagos?"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Salary insights — from real postings.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"I want to move into cloud engineering. Where do I start?"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Career advice — personalized learning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"Is there high demand for React developers in South Africa?"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Regional analysis — skill demand by country.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How It Works (Simply)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1.  You ask a question in plain language.</a:t>
            </a:r>
            <a:br/>
            <a:br/>
            <a:r>
              <a:t>2.  We search our database of real job postings to find the most relevant ones.</a:t>
            </a:r>
            <a:br/>
            <a:br/>
            <a:r>
              <a:t>3.  Our AI reads those results and puts together a clear, helpful answer — with specific examples and links.</a:t>
            </a:r>
            <a:br/>
            <a:br/>
            <a:r>
              <a:t>4.  Every answer is grounded in real data — no made-up information, no generic advice.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Accuracy: 97% of the time, the first result it finds is exactly what you need. 100% of answers are backed by real job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Real Data, Real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 we've collected and what it tells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D2FF"/>
                </a:solidFill>
                <a:latin typeface="Calibri"/>
              </a:defRPr>
            </a:pPr>
            <a:r>
              <a:t>10,379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Job postings</a:t>
            </a:r>
            <a:br/>
            <a:r>
              <a:t>scraped and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7C3AED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Sources across</a:t>
            </a:r>
            <a:br/>
            <a:r>
              <a:t>Africa and beyond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0B98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51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African countries</a:t>
            </a:r>
            <a:br/>
            <a:r>
              <a:t>represented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  <a:latin typeface="Calibri"/>
              </a:defRPr>
            </a:pPr>
            <a:r>
              <a:t>720+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51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Unique companies</a:t>
            </a:r>
            <a:br/>
            <a:r>
              <a:t>hiring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EF4444"/>
                </a:solidFill>
                <a:latin typeface="Calibri"/>
              </a:defRPr>
            </a:pPr>
            <a:r>
              <a:t>600+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651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Distinct skills</a:t>
            </a:r>
            <a:br/>
            <a:r>
              <a:t>tracked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106984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What This Data Unlocks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37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See which skills are most in-demand across different African countries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852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Understand how requirements differ between senior and junior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63270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Track which job boards have the most active listings in your 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98017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Compare remote vs. onsite opportunities by skill set and 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63276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Identify emerging skill trends before they become mainstream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It All Fits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From raw data to career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82880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Scrape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Collect jobs from</a:t>
            </a:r>
            <a:br/>
            <a:r>
              <a:t>15+ websites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BD5E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37560" y="1828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71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Remove duplicates,</a:t>
            </a:r>
            <a:br/>
            <a:r>
              <a:t>fix locations, standardize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BD5E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23560" y="18288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971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Extract skills,</a:t>
            </a:r>
            <a:br/>
            <a:r>
              <a:t>experience, 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BD5E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09560" y="18288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971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organized database</a:t>
            </a:r>
            <a:br/>
            <a:r>
              <a:t>ready for querying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BD5E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1645920"/>
            <a:ext cx="20116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95560" y="18288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2971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CV analysis, job</a:t>
            </a:r>
            <a:br/>
            <a:r>
              <a:t>matching, AI assistant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297680"/>
            <a:ext cx="106984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Your Journey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937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1.  Sign up for free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257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2.  Upload your CV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5778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3.  Get your skills analysis and score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8978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4.  See matched jobs ranked by fit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217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5.  Get a personalized learning plan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6.  Ask the AI assistant for guidance anytime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The roadmap ahead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Short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Automated daily re-scraping to keep job data 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Improved skill detection for emerging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Conversation memory — remember your previous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9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Mobile-friendly interface for access anywhere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Long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Expand to more African countries and job 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Employer dashboard — help companies understand their hiring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Community features — connect job seekers with mentors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Integration with learning platforms for seamless course enrollment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Scale to handle 100,000+ job postings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2FF"/>
                </a:solidFill>
                <a:latin typeface="Calibri"/>
              </a:defRPr>
            </a:pPr>
            <a:r>
              <a:t>JobPulse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228600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Because no one should wonder why</a:t>
            </a:r>
            <a:br/>
            <a:r>
              <a:t>they didn't get the interview.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Calibri"/>
              </a:defRPr>
            </a:pPr>
            <a:r>
              <a:t>For Job Seekers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Know your strengths and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82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Find jobs that actually match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97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Skip dead 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772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Get personalized learning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24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Ask an AI assistant anything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84048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For the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Real-time skill demand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4782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Track which roles are actually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51297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Understand regional differences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54772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Identify emerging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5824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Bridge the education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384048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Built for Africa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10+ African countries covered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4782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Local job boards included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8" y="51297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Region-specific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8" y="54772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Works offline with local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8" y="5824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Privacy-first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